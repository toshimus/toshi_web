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0972" autoAdjust="0"/>
    <p:restoredTop sz="94660"/>
  </p:normalViewPr>
  <p:slideViewPr>
    <p:cSldViewPr>
      <p:cViewPr varScale="1">
        <p:scale>
          <a:sx n="109" d="100"/>
          <a:sy n="109" d="100"/>
        </p:scale>
        <p:origin x="-1674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D8902-0E8A-4556-A7D9-D7266299BB02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1E89-2D42-4779-AEC8-DC5238EBBE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7752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D8902-0E8A-4556-A7D9-D7266299BB02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1E89-2D42-4779-AEC8-DC5238EBBE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675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D8902-0E8A-4556-A7D9-D7266299BB02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1E89-2D42-4779-AEC8-DC5238EBBE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958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D8902-0E8A-4556-A7D9-D7266299BB02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1E89-2D42-4779-AEC8-DC5238EBBE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3241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D8902-0E8A-4556-A7D9-D7266299BB02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1E89-2D42-4779-AEC8-DC5238EBBE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8446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D8902-0E8A-4556-A7D9-D7266299BB02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1E89-2D42-4779-AEC8-DC5238EBBE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3662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D8902-0E8A-4556-A7D9-D7266299BB02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1E89-2D42-4779-AEC8-DC5238EBBE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6735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D8902-0E8A-4556-A7D9-D7266299BB02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1E89-2D42-4779-AEC8-DC5238EBBE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483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D8902-0E8A-4556-A7D9-D7266299BB02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1E89-2D42-4779-AEC8-DC5238EBBE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030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D8902-0E8A-4556-A7D9-D7266299BB02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1E89-2D42-4779-AEC8-DC5238EBBE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4736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D8902-0E8A-4556-A7D9-D7266299BB02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1E89-2D42-4779-AEC8-DC5238EBBE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0149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D8902-0E8A-4556-A7D9-D7266299BB02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41E89-2D42-4779-AEC8-DC5238EBBE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7616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560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kumimoji="1"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kumimoji="1" lang="ja-JP" altLang="en-US" sz="8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983742" y="108823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いん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004530" y="108999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いち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016190" y="1088231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いち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296110" y="1089993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endParaRPr kumimoji="1" lang="ja-JP" altLang="en-US" sz="4000" dirty="0">
              <a:solidFill>
                <a:srgbClr val="00B0F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329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808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kumimoji="1"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983742" y="108823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いん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211960" y="1089993"/>
            <a:ext cx="855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228184" y="1088231"/>
            <a:ext cx="1220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296110" y="1089993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endParaRPr kumimoji="1" lang="ja-JP" altLang="en-US" sz="4000" dirty="0">
              <a:solidFill>
                <a:srgbClr val="00B0F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711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3259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605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３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３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983742" y="108823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いん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995936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さん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012160" y="1088231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さん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296110" y="1089993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endParaRPr kumimoji="1" lang="ja-JP" altLang="en-US" sz="4000" dirty="0">
              <a:solidFill>
                <a:srgbClr val="00B0F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508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979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３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796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754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４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４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983742" y="108823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いん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995936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し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940152" y="1088231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し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296110" y="1089993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endParaRPr kumimoji="1" lang="ja-JP" altLang="en-US" sz="4000" dirty="0">
              <a:solidFill>
                <a:srgbClr val="00B0F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657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128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1528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４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168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388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983742" y="108823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いん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923928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ご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940152" y="1088231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ご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296110" y="1089993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endParaRPr kumimoji="1" lang="ja-JP" altLang="en-US" sz="4000" dirty="0">
              <a:solidFill>
                <a:srgbClr val="00B0F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291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762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162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946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130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388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６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６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983742" y="108823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いん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995936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ろく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940152" y="1088231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ろく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296110" y="1089993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endParaRPr kumimoji="1" lang="ja-JP" altLang="en-US" sz="4000" dirty="0">
              <a:solidFill>
                <a:srgbClr val="00B0F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291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7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1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946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388" y="451348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６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795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388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７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７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983742" y="108823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いん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995936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しち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940152" y="1088231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しち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296110" y="1089993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endParaRPr kumimoji="1" lang="ja-JP" altLang="en-US" sz="4000" dirty="0">
              <a:solidFill>
                <a:srgbClr val="00B0F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291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7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1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946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388" y="451348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291" y="451348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７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5726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388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８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８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983742" y="108823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いん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995936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はち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940152" y="1088231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はち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296110" y="1089993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endParaRPr kumimoji="1" lang="ja-JP" altLang="en-US" sz="4000" dirty="0">
              <a:solidFill>
                <a:srgbClr val="00B0F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291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7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1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946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388" y="451348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291" y="451348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762" y="451348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８つ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5726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388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９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９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983742" y="108823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いん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995936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く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940152" y="1088231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く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296110" y="1089993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endParaRPr kumimoji="1" lang="ja-JP" altLang="en-US" sz="4000" dirty="0">
              <a:solidFill>
                <a:srgbClr val="00B0F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291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7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1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946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388" y="451348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291" y="451348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762" y="451348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TAMA-2F\Desktop\アプリ開発2026\sugaku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162" y="451348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９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2507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08560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kumimoji="1"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983742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004530" y="108999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いち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300192" y="1088231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296110" y="1089993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endParaRPr kumimoji="1" lang="ja-JP" altLang="en-US" sz="4000" dirty="0">
              <a:solidFill>
                <a:srgbClr val="00B0F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27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29808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kumimoji="1"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４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211960" y="1089993"/>
            <a:ext cx="855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300192" y="1088231"/>
            <a:ext cx="1220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し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296110" y="1089993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endParaRPr kumimoji="1" lang="ja-JP" altLang="en-US" sz="4000" dirty="0">
              <a:solidFill>
                <a:srgbClr val="00B0F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39711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983742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713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62605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３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６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995936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さん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012160" y="1088231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ろく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296110" y="1089993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endParaRPr kumimoji="1" lang="ja-JP" altLang="en-US" sz="4000" dirty="0">
              <a:solidFill>
                <a:srgbClr val="00B0F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72508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76979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３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1983742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972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91754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４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８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995936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し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940152" y="1088231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はち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296110" y="1089993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endParaRPr kumimoji="1" lang="ja-JP" altLang="en-US" sz="4000" dirty="0">
              <a:solidFill>
                <a:srgbClr val="00B0F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1657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6128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01528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４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983742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1189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4388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１０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15842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ご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724128" y="1088231"/>
            <a:ext cx="18722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じゅう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4291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28762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4162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2946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475656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637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2242" y="451897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4388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4291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287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41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2946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６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１２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87850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ろく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436096" y="1088230"/>
            <a:ext cx="25258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じゅうに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６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475656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80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７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１４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15842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しち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508104" y="1088231"/>
            <a:ext cx="2376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じゅうし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７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479686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2242" y="451897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2145" y="451897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4388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4291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287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41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2946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577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８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１６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15842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は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148064" y="1088231"/>
            <a:ext cx="30243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err="1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じゅう</a:t>
            </a:r>
            <a:r>
              <a:rPr lang="ja-JP" altLang="en-US" sz="4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ろく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８つ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479686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2242" y="451897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2145" y="451897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26616" y="451897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4388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4291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287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41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2946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75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９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１８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15842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く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148064" y="1088231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err="1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じゅうはち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９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479686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2242" y="451897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2145" y="451897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26616" y="451897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2016" y="4518973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4388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4291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287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41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2946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71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08560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kumimoji="1"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983742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ご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004530" y="108999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いち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300192" y="1088231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ご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296110" y="1089993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endParaRPr kumimoji="1" lang="ja-JP" altLang="en-US" sz="4000" dirty="0">
              <a:solidFill>
                <a:srgbClr val="00B0F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011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29808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kumimoji="1"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１０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703874" y="1089993"/>
            <a:ext cx="855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508104" y="1088231"/>
            <a:ext cx="2160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じゅう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39711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475656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ご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5982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62605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３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１５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87850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さん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508104" y="1088231"/>
            <a:ext cx="2304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じゅうご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72508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76979" y="3777979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３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1475656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ご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817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91754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４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２０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91880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し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508104" y="1088231"/>
            <a:ext cx="2304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にじゅう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1657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6128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01528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４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479686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ご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7786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4388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kumimoji="1" lang="ja-JP" altLang="en-US" sz="8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２５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15842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ご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148064" y="1088231"/>
            <a:ext cx="2952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err="1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にじゅうご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4291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28762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4162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2946" y="377861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475656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ご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351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4388" y="450912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4388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4291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287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416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2946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６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３０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87850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ろく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148064" y="1088230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 err="1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さんじゅう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６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475656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ご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745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2242" y="450912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2145" y="450912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224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2145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26616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2016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0800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７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３５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15842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しち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932040" y="1088231"/>
            <a:ext cx="3434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err="1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さんじゅうご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７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479686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ご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985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3648" y="4518248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13551" y="4518248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18022" y="4518248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3648" y="3294112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13551" y="3294112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18022" y="3294112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13422" y="3294112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92206" y="3294112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８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lang="ja-JP" altLang="en-US" sz="80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４０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15842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は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148064" y="1088231"/>
            <a:ext cx="30243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err="1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よんじゅう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８つ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479686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ご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836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3648" y="450912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13551" y="450912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18022" y="450912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13422" y="450912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3648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13551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1802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13422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92206" y="328498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4030" y="1617739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en-US" altLang="ja-JP" sz="80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×</a:t>
            </a:r>
            <a:r>
              <a:rPr lang="ja-JP" altLang="en-US" sz="8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９</a:t>
            </a:r>
            <a:r>
              <a:rPr kumimoji="1" lang="ja-JP" altLang="en-US" sz="8000" dirty="0" smtClean="0">
                <a:solidFill>
                  <a:srgbClr val="00B0F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＝</a:t>
            </a:r>
            <a:r>
              <a:rPr kumimoji="1" lang="ja-JP" altLang="en-US" sz="8000" dirty="0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４５</a:t>
            </a:r>
            <a:endParaRPr kumimoji="1" lang="ja-JP" altLang="en-US" sz="8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30" y="0"/>
            <a:ext cx="914400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5400" dirty="0" smtClean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の段の学習</a:t>
            </a:r>
            <a:endParaRPr kumimoji="1" lang="ja-JP" altLang="en-US" sz="5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15842" y="108999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く</a:t>
            </a:r>
            <a:endParaRPr kumimoji="1" lang="ja-JP" altLang="en-US" sz="4000" dirty="0">
              <a:solidFill>
                <a:srgbClr val="FFC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076056" y="1088231"/>
            <a:ext cx="3312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err="1" smtClean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よんじゅうご</a:t>
            </a:r>
            <a:endParaRPr kumimoji="1" lang="ja-JP" altLang="en-US" sz="40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0" y="6150114"/>
            <a:ext cx="4968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５</a:t>
            </a:r>
            <a:r>
              <a:rPr kumimoji="1" lang="ja-JP" altLang="en-US" sz="4000" dirty="0" smtClean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が</a:t>
            </a:r>
            <a:r>
              <a:rPr lang="ja-JP" altLang="en-US" sz="4000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９</a:t>
            </a:r>
            <a:r>
              <a:rPr kumimoji="1" lang="ja-JP" altLang="en-US" sz="4000" dirty="0" smtClean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つ</a:t>
            </a:r>
            <a:r>
              <a:rPr kumimoji="1" lang="ja-JP" altLang="en-US" sz="4000" dirty="0" smtClean="0">
                <a:solidFill>
                  <a:srgbClr val="C0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で？</a:t>
            </a:r>
            <a:endParaRPr kumimoji="1" lang="ja-JP" altLang="en-US" sz="4000" dirty="0">
              <a:solidFill>
                <a:srgbClr val="C0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479686" y="1088231"/>
            <a:ext cx="114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ご</a:t>
            </a:r>
            <a:endParaRPr kumimoji="1" lang="ja-JP" altLang="en-US" sz="40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129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528</Words>
  <Application>Microsoft Office PowerPoint</Application>
  <PresentationFormat>画面に合わせる (4:3)</PresentationFormat>
  <Paragraphs>176</Paragraphs>
  <Slides>27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28" baseType="lpstr">
      <vt:lpstr>Office ​​テーマ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TAMA-2F</dc:creator>
  <cp:lastModifiedBy>TAMA-2F</cp:lastModifiedBy>
  <cp:revision>7</cp:revision>
  <dcterms:created xsi:type="dcterms:W3CDTF">2026-06-23T07:48:22Z</dcterms:created>
  <dcterms:modified xsi:type="dcterms:W3CDTF">2026-06-23T08:34:43Z</dcterms:modified>
</cp:coreProperties>
</file>